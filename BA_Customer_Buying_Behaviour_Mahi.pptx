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7120E8-45BD-4A80-946A-3E11BC557C44}" v="1" dt="2026-05-13T22:15:51.5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91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bur R. Mahi" userId="0bb1e013-744e-49de-975c-c3f870163c10" providerId="ADAL" clId="{57B32AA9-0BE8-469F-B114-2D5578D91898}"/>
    <pc:docChg chg="undo custSel modSld">
      <pc:chgData name="Mahibur R. Mahi" userId="0bb1e013-744e-49de-975c-c3f870163c10" providerId="ADAL" clId="{57B32AA9-0BE8-469F-B114-2D5578D91898}" dt="2026-05-13T22:19:03.210" v="36" actId="26606"/>
      <pc:docMkLst>
        <pc:docMk/>
      </pc:docMkLst>
      <pc:sldChg chg="addSp modSp mod setBg setClrOvrMap">
        <pc:chgData name="Mahibur R. Mahi" userId="0bb1e013-744e-49de-975c-c3f870163c10" providerId="ADAL" clId="{57B32AA9-0BE8-469F-B114-2D5578D91898}" dt="2026-05-13T22:16:01.584" v="1" actId="26606"/>
        <pc:sldMkLst>
          <pc:docMk/>
          <pc:sldMk cId="0" sldId="256"/>
        </pc:sldMkLst>
        <pc:spChg chg="mod">
          <ac:chgData name="Mahibur R. Mahi" userId="0bb1e013-744e-49de-975c-c3f870163c10" providerId="ADAL" clId="{57B32AA9-0BE8-469F-B114-2D5578D91898}" dt="2026-05-13T22:16:01.584" v="1" actId="26606"/>
          <ac:spMkLst>
            <pc:docMk/>
            <pc:sldMk cId="0" sldId="256"/>
            <ac:spMk id="2" creationId="{00000000-0000-0000-0000-000000000000}"/>
          </ac:spMkLst>
        </pc:spChg>
        <pc:spChg chg="mod">
          <ac:chgData name="Mahibur R. Mahi" userId="0bb1e013-744e-49de-975c-c3f870163c10" providerId="ADAL" clId="{57B32AA9-0BE8-469F-B114-2D5578D91898}" dt="2026-05-13T22:16:01.584" v="1" actId="26606"/>
          <ac:spMkLst>
            <pc:docMk/>
            <pc:sldMk cId="0" sldId="256"/>
            <ac:spMk id="3" creationId="{00000000-0000-0000-0000-000000000000}"/>
          </ac:spMkLst>
        </pc:spChg>
        <pc:spChg chg="add">
          <ac:chgData name="Mahibur R. Mahi" userId="0bb1e013-744e-49de-975c-c3f870163c10" providerId="ADAL" clId="{57B32AA9-0BE8-469F-B114-2D5578D91898}" dt="2026-05-13T22:16:01.584" v="1" actId="26606"/>
          <ac:spMkLst>
            <pc:docMk/>
            <pc:sldMk cId="0" sldId="256"/>
            <ac:spMk id="9" creationId="{CC7827FB-B370-4007-83D5-E83AD3D2C1B2}"/>
          </ac:spMkLst>
        </pc:spChg>
        <pc:spChg chg="add">
          <ac:chgData name="Mahibur R. Mahi" userId="0bb1e013-744e-49de-975c-c3f870163c10" providerId="ADAL" clId="{57B32AA9-0BE8-469F-B114-2D5578D91898}" dt="2026-05-13T22:16:01.584" v="1" actId="26606"/>
          <ac:spMkLst>
            <pc:docMk/>
            <pc:sldMk cId="0" sldId="256"/>
            <ac:spMk id="11" creationId="{51E038FF-4E72-4714-B9E9-B0AC148C72FA}"/>
          </ac:spMkLst>
        </pc:spChg>
        <pc:picChg chg="add">
          <ac:chgData name="Mahibur R. Mahi" userId="0bb1e013-744e-49de-975c-c3f870163c10" providerId="ADAL" clId="{57B32AA9-0BE8-469F-B114-2D5578D91898}" dt="2026-05-13T22:16:01.584" v="1" actId="26606"/>
          <ac:picMkLst>
            <pc:docMk/>
            <pc:sldMk cId="0" sldId="256"/>
            <ac:picMk id="5" creationId="{03139C89-D4FA-134D-5F9B-B2B7575FE41D}"/>
          </ac:picMkLst>
        </pc:picChg>
      </pc:sldChg>
      <pc:sldChg chg="modSp">
        <pc:chgData name="Mahibur R. Mahi" userId="0bb1e013-744e-49de-975c-c3f870163c10" providerId="ADAL" clId="{57B32AA9-0BE8-469F-B114-2D5578D91898}" dt="2026-05-13T22:15:51.574" v="0"/>
        <pc:sldMkLst>
          <pc:docMk/>
          <pc:sldMk cId="0" sldId="257"/>
        </pc:sldMkLst>
        <pc:spChg chg="mod">
          <ac:chgData name="Mahibur R. Mahi" userId="0bb1e013-744e-49de-975c-c3f870163c10" providerId="ADAL" clId="{57B32AA9-0BE8-469F-B114-2D5578D91898}" dt="2026-05-13T22:15:51.574" v="0"/>
          <ac:spMkLst>
            <pc:docMk/>
            <pc:sldMk cId="0" sldId="257"/>
            <ac:spMk id="2" creationId="{00000000-0000-0000-0000-000000000000}"/>
          </ac:spMkLst>
        </pc:spChg>
        <pc:spChg chg="mod">
          <ac:chgData name="Mahibur R. Mahi" userId="0bb1e013-744e-49de-975c-c3f870163c10" providerId="ADAL" clId="{57B32AA9-0BE8-469F-B114-2D5578D91898}" dt="2026-05-13T22:15:51.574" v="0"/>
          <ac:spMkLst>
            <pc:docMk/>
            <pc:sldMk cId="0" sldId="257"/>
            <ac:spMk id="3" creationId="{00000000-0000-0000-0000-000000000000}"/>
          </ac:spMkLst>
        </pc:spChg>
      </pc:sldChg>
      <pc:sldChg chg="addSp modSp mod setBg">
        <pc:chgData name="Mahibur R. Mahi" userId="0bb1e013-744e-49de-975c-c3f870163c10" providerId="ADAL" clId="{57B32AA9-0BE8-469F-B114-2D5578D91898}" dt="2026-05-13T22:16:34.774" v="5" actId="1076"/>
        <pc:sldMkLst>
          <pc:docMk/>
          <pc:sldMk cId="0" sldId="258"/>
        </pc:sldMkLst>
        <pc:spChg chg="mod">
          <ac:chgData name="Mahibur R. Mahi" userId="0bb1e013-744e-49de-975c-c3f870163c10" providerId="ADAL" clId="{57B32AA9-0BE8-469F-B114-2D5578D91898}" dt="2026-05-13T22:16:22.352" v="3" actId="26606"/>
          <ac:spMkLst>
            <pc:docMk/>
            <pc:sldMk cId="0" sldId="258"/>
            <ac:spMk id="2" creationId="{00000000-0000-0000-0000-000000000000}"/>
          </ac:spMkLst>
        </pc:spChg>
        <pc:spChg chg="mod ord">
          <ac:chgData name="Mahibur R. Mahi" userId="0bb1e013-744e-49de-975c-c3f870163c10" providerId="ADAL" clId="{57B32AA9-0BE8-469F-B114-2D5578D91898}" dt="2026-05-13T22:16:22.352" v="3" actId="26606"/>
          <ac:spMkLst>
            <pc:docMk/>
            <pc:sldMk cId="0" sldId="258"/>
            <ac:spMk id="3" creationId="{00000000-0000-0000-0000-000000000000}"/>
          </ac:spMkLst>
        </pc:spChg>
        <pc:spChg chg="add">
          <ac:chgData name="Mahibur R. Mahi" userId="0bb1e013-744e-49de-975c-c3f870163c10" providerId="ADAL" clId="{57B32AA9-0BE8-469F-B114-2D5578D91898}" dt="2026-05-13T22:16:22.352" v="3" actId="26606"/>
          <ac:spMkLst>
            <pc:docMk/>
            <pc:sldMk cId="0" sldId="258"/>
            <ac:spMk id="9" creationId="{40EBDF3C-61A6-450C-8532-9276D9A1EB04}"/>
          </ac:spMkLst>
        </pc:spChg>
        <pc:picChg chg="mod">
          <ac:chgData name="Mahibur R. Mahi" userId="0bb1e013-744e-49de-975c-c3f870163c10" providerId="ADAL" clId="{57B32AA9-0BE8-469F-B114-2D5578D91898}" dt="2026-05-13T22:16:34.774" v="5" actId="1076"/>
          <ac:picMkLst>
            <pc:docMk/>
            <pc:sldMk cId="0" sldId="258"/>
            <ac:picMk id="4" creationId="{00000000-0000-0000-0000-000000000000}"/>
          </ac:picMkLst>
        </pc:picChg>
      </pc:sldChg>
      <pc:sldChg chg="modSp mod">
        <pc:chgData name="Mahibur R. Mahi" userId="0bb1e013-744e-49de-975c-c3f870163c10" providerId="ADAL" clId="{57B32AA9-0BE8-469F-B114-2D5578D91898}" dt="2026-05-13T22:17:41.211" v="14" actId="20577"/>
        <pc:sldMkLst>
          <pc:docMk/>
          <pc:sldMk cId="0" sldId="259"/>
        </pc:sldMkLst>
        <pc:spChg chg="mod">
          <ac:chgData name="Mahibur R. Mahi" userId="0bb1e013-744e-49de-975c-c3f870163c10" providerId="ADAL" clId="{57B32AA9-0BE8-469F-B114-2D5578D91898}" dt="2026-05-13T22:17:41.211" v="14" actId="20577"/>
          <ac:spMkLst>
            <pc:docMk/>
            <pc:sldMk cId="0" sldId="259"/>
            <ac:spMk id="2" creationId="{00000000-0000-0000-0000-000000000000}"/>
          </ac:spMkLst>
        </pc:spChg>
        <pc:spChg chg="mod">
          <ac:chgData name="Mahibur R. Mahi" userId="0bb1e013-744e-49de-975c-c3f870163c10" providerId="ADAL" clId="{57B32AA9-0BE8-469F-B114-2D5578D91898}" dt="2026-05-13T22:15:51.574" v="0"/>
          <ac:spMkLst>
            <pc:docMk/>
            <pc:sldMk cId="0" sldId="259"/>
            <ac:spMk id="3" creationId="{00000000-0000-0000-0000-000000000000}"/>
          </ac:spMkLst>
        </pc:spChg>
      </pc:sldChg>
      <pc:sldChg chg="addSp delSp modSp mod setBg">
        <pc:chgData name="Mahibur R. Mahi" userId="0bb1e013-744e-49de-975c-c3f870163c10" providerId="ADAL" clId="{57B32AA9-0BE8-469F-B114-2D5578D91898}" dt="2026-05-13T22:18:17.136" v="27" actId="26606"/>
        <pc:sldMkLst>
          <pc:docMk/>
          <pc:sldMk cId="0" sldId="260"/>
        </pc:sldMkLst>
        <pc:spChg chg="mod ord">
          <ac:chgData name="Mahibur R. Mahi" userId="0bb1e013-744e-49de-975c-c3f870163c10" providerId="ADAL" clId="{57B32AA9-0BE8-469F-B114-2D5578D91898}" dt="2026-05-13T22:18:17.136" v="27" actId="26606"/>
          <ac:spMkLst>
            <pc:docMk/>
            <pc:sldMk cId="0" sldId="260"/>
            <ac:spMk id="2" creationId="{00000000-0000-0000-0000-000000000000}"/>
          </ac:spMkLst>
        </pc:spChg>
        <pc:spChg chg="mod ord">
          <ac:chgData name="Mahibur R. Mahi" userId="0bb1e013-744e-49de-975c-c3f870163c10" providerId="ADAL" clId="{57B32AA9-0BE8-469F-B114-2D5578D91898}" dt="2026-05-13T22:18:17.136" v="27" actId="26606"/>
          <ac:spMkLst>
            <pc:docMk/>
            <pc:sldMk cId="0" sldId="260"/>
            <ac:spMk id="3" creationId="{00000000-0000-0000-0000-000000000000}"/>
          </ac:spMkLst>
        </pc:spChg>
        <pc:spChg chg="add del">
          <ac:chgData name="Mahibur R. Mahi" userId="0bb1e013-744e-49de-975c-c3f870163c10" providerId="ADAL" clId="{57B32AA9-0BE8-469F-B114-2D5578D91898}" dt="2026-05-13T22:18:11.948" v="20" actId="26606"/>
          <ac:spMkLst>
            <pc:docMk/>
            <pc:sldMk cId="0" sldId="260"/>
            <ac:spMk id="7" creationId="{19075C07-CFB6-4B00-8D9D-38D8FB766C38}"/>
          </ac:spMkLst>
        </pc:spChg>
        <pc:spChg chg="add del">
          <ac:chgData name="Mahibur R. Mahi" userId="0bb1e013-744e-49de-975c-c3f870163c10" providerId="ADAL" clId="{57B32AA9-0BE8-469F-B114-2D5578D91898}" dt="2026-05-13T22:18:15.787" v="24" actId="26606"/>
          <ac:spMkLst>
            <pc:docMk/>
            <pc:sldMk cId="0" sldId="260"/>
            <ac:spMk id="8" creationId="{993BAF99-563B-4D70-A7B7-70F3B39ECCC1}"/>
          </ac:spMkLst>
        </pc:spChg>
        <pc:spChg chg="add del">
          <ac:chgData name="Mahibur R. Mahi" userId="0bb1e013-744e-49de-975c-c3f870163c10" providerId="ADAL" clId="{57B32AA9-0BE8-469F-B114-2D5578D91898}" dt="2026-05-13T22:18:06.309" v="16" actId="26606"/>
          <ac:spMkLst>
            <pc:docMk/>
            <pc:sldMk cId="0" sldId="260"/>
            <ac:spMk id="10" creationId="{FB1AC45A-F9B7-4D03-9EC3-BA0410EE64F1}"/>
          </ac:spMkLst>
        </pc:spChg>
        <pc:spChg chg="add del">
          <ac:chgData name="Mahibur R. Mahi" userId="0bb1e013-744e-49de-975c-c3f870163c10" providerId="ADAL" clId="{57B32AA9-0BE8-469F-B114-2D5578D91898}" dt="2026-05-13T22:18:17.128" v="26" actId="26606"/>
          <ac:spMkLst>
            <pc:docMk/>
            <pc:sldMk cId="0" sldId="260"/>
            <ac:spMk id="11" creationId="{4A9E2719-3179-4CB2-9E0D-7403C5056DD0}"/>
          </ac:spMkLst>
        </pc:spChg>
        <pc:spChg chg="add del">
          <ac:chgData name="Mahibur R. Mahi" userId="0bb1e013-744e-49de-975c-c3f870163c10" providerId="ADAL" clId="{57B32AA9-0BE8-469F-B114-2D5578D91898}" dt="2026-05-13T22:18:06.309" v="16" actId="26606"/>
          <ac:spMkLst>
            <pc:docMk/>
            <pc:sldMk cId="0" sldId="260"/>
            <ac:spMk id="12" creationId="{9851FC3B-CE9A-4567-83E2-E185C75C4F79}"/>
          </ac:spMkLst>
        </pc:spChg>
        <pc:spChg chg="add del">
          <ac:chgData name="Mahibur R. Mahi" userId="0bb1e013-744e-49de-975c-c3f870163c10" providerId="ADAL" clId="{57B32AA9-0BE8-469F-B114-2D5578D91898}" dt="2026-05-13T22:18:17.128" v="26" actId="26606"/>
          <ac:spMkLst>
            <pc:docMk/>
            <pc:sldMk cId="0" sldId="260"/>
            <ac:spMk id="13" creationId="{2FA7B314-1C7F-48F1-A359-A30AD5537198}"/>
          </ac:spMkLst>
        </pc:spChg>
        <pc:spChg chg="add del">
          <ac:chgData name="Mahibur R. Mahi" userId="0bb1e013-744e-49de-975c-c3f870163c10" providerId="ADAL" clId="{57B32AA9-0BE8-469F-B114-2D5578D91898}" dt="2026-05-13T22:18:17.128" v="26" actId="26606"/>
          <ac:spMkLst>
            <pc:docMk/>
            <pc:sldMk cId="0" sldId="260"/>
            <ac:spMk id="14" creationId="{A4FEA56A-DD53-4B5F-A09A-BF4585AF741B}"/>
          </ac:spMkLst>
        </pc:spChg>
        <pc:picChg chg="mod ord">
          <ac:chgData name="Mahibur R. Mahi" userId="0bb1e013-744e-49de-975c-c3f870163c10" providerId="ADAL" clId="{57B32AA9-0BE8-469F-B114-2D5578D91898}" dt="2026-05-13T22:18:17.136" v="27" actId="26606"/>
          <ac:picMkLst>
            <pc:docMk/>
            <pc:sldMk cId="0" sldId="260"/>
            <ac:picMk id="4" creationId="{00000000-0000-0000-0000-000000000000}"/>
          </ac:picMkLst>
        </pc:picChg>
        <pc:picChg chg="mod ord">
          <ac:chgData name="Mahibur R. Mahi" userId="0bb1e013-744e-49de-975c-c3f870163c10" providerId="ADAL" clId="{57B32AA9-0BE8-469F-B114-2D5578D91898}" dt="2026-05-13T22:18:17.136" v="27" actId="26606"/>
          <ac:picMkLst>
            <pc:docMk/>
            <pc:sldMk cId="0" sldId="260"/>
            <ac:picMk id="5" creationId="{00000000-0000-0000-0000-000000000000}"/>
          </ac:picMkLst>
        </pc:picChg>
      </pc:sldChg>
      <pc:sldChg chg="addSp delSp modSp mod setBg">
        <pc:chgData name="Mahibur R. Mahi" userId="0bb1e013-744e-49de-975c-c3f870163c10" providerId="ADAL" clId="{57B32AA9-0BE8-469F-B114-2D5578D91898}" dt="2026-05-13T22:18:34.461" v="32" actId="14100"/>
        <pc:sldMkLst>
          <pc:docMk/>
          <pc:sldMk cId="0" sldId="261"/>
        </pc:sldMkLst>
        <pc:spChg chg="mod">
          <ac:chgData name="Mahibur R. Mahi" userId="0bb1e013-744e-49de-975c-c3f870163c10" providerId="ADAL" clId="{57B32AA9-0BE8-469F-B114-2D5578D91898}" dt="2026-05-13T22:18:30.843" v="31" actId="26606"/>
          <ac:spMkLst>
            <pc:docMk/>
            <pc:sldMk cId="0" sldId="261"/>
            <ac:spMk id="2" creationId="{00000000-0000-0000-0000-000000000000}"/>
          </ac:spMkLst>
        </pc:spChg>
        <pc:spChg chg="mod">
          <ac:chgData name="Mahibur R. Mahi" userId="0bb1e013-744e-49de-975c-c3f870163c10" providerId="ADAL" clId="{57B32AA9-0BE8-469F-B114-2D5578D91898}" dt="2026-05-13T22:18:30.843" v="31" actId="26606"/>
          <ac:spMkLst>
            <pc:docMk/>
            <pc:sldMk cId="0" sldId="261"/>
            <ac:spMk id="3" creationId="{00000000-0000-0000-0000-000000000000}"/>
          </ac:spMkLst>
        </pc:spChg>
        <pc:spChg chg="add del">
          <ac:chgData name="Mahibur R. Mahi" userId="0bb1e013-744e-49de-975c-c3f870163c10" providerId="ADAL" clId="{57B32AA9-0BE8-469F-B114-2D5578D91898}" dt="2026-05-13T22:18:30.835" v="30" actId="26606"/>
          <ac:spMkLst>
            <pc:docMk/>
            <pc:sldMk cId="0" sldId="261"/>
            <ac:spMk id="11" creationId="{832D3A04-3120-4CF3-8F9E-6DCF218BAC59}"/>
          </ac:spMkLst>
        </pc:spChg>
        <pc:spChg chg="add del">
          <ac:chgData name="Mahibur R. Mahi" userId="0bb1e013-744e-49de-975c-c3f870163c10" providerId="ADAL" clId="{57B32AA9-0BE8-469F-B114-2D5578D91898}" dt="2026-05-13T22:18:30.835" v="30" actId="26606"/>
          <ac:spMkLst>
            <pc:docMk/>
            <pc:sldMk cId="0" sldId="261"/>
            <ac:spMk id="13" creationId="{98D68143-E11F-49D9-A842-E52CB4364512}"/>
          </ac:spMkLst>
        </pc:spChg>
        <pc:spChg chg="add del">
          <ac:chgData name="Mahibur R. Mahi" userId="0bb1e013-744e-49de-975c-c3f870163c10" providerId="ADAL" clId="{57B32AA9-0BE8-469F-B114-2D5578D91898}" dt="2026-05-13T22:18:30.835" v="30" actId="26606"/>
          <ac:spMkLst>
            <pc:docMk/>
            <pc:sldMk cId="0" sldId="261"/>
            <ac:spMk id="15" creationId="{70D81F57-CC57-46AD-86A2-54F697BD5904}"/>
          </ac:spMkLst>
        </pc:spChg>
        <pc:picChg chg="mod ord">
          <ac:chgData name="Mahibur R. Mahi" userId="0bb1e013-744e-49de-975c-c3f870163c10" providerId="ADAL" clId="{57B32AA9-0BE8-469F-B114-2D5578D91898}" dt="2026-05-13T22:18:34.461" v="32" actId="14100"/>
          <ac:picMkLst>
            <pc:docMk/>
            <pc:sldMk cId="0" sldId="261"/>
            <ac:picMk id="4" creationId="{00000000-0000-0000-0000-000000000000}"/>
          </ac:picMkLst>
        </pc:picChg>
        <pc:picChg chg="add del">
          <ac:chgData name="Mahibur R. Mahi" userId="0bb1e013-744e-49de-975c-c3f870163c10" providerId="ADAL" clId="{57B32AA9-0BE8-469F-B114-2D5578D91898}" dt="2026-05-13T22:18:30.835" v="30" actId="26606"/>
          <ac:picMkLst>
            <pc:docMk/>
            <pc:sldMk cId="0" sldId="261"/>
            <ac:picMk id="9" creationId="{91AB8A88-A60F-421C-9564-D5A7639EA589}"/>
          </ac:picMkLst>
        </pc:picChg>
      </pc:sldChg>
      <pc:sldChg chg="addSp delSp modSp mod setBg">
        <pc:chgData name="Mahibur R. Mahi" userId="0bb1e013-744e-49de-975c-c3f870163c10" providerId="ADAL" clId="{57B32AA9-0BE8-469F-B114-2D5578D91898}" dt="2026-05-13T22:19:03.210" v="36" actId="26606"/>
        <pc:sldMkLst>
          <pc:docMk/>
          <pc:sldMk cId="0" sldId="262"/>
        </pc:sldMkLst>
        <pc:spChg chg="mod">
          <ac:chgData name="Mahibur R. Mahi" userId="0bb1e013-744e-49de-975c-c3f870163c10" providerId="ADAL" clId="{57B32AA9-0BE8-469F-B114-2D5578D91898}" dt="2026-05-13T22:19:03.210" v="36" actId="26606"/>
          <ac:spMkLst>
            <pc:docMk/>
            <pc:sldMk cId="0" sldId="262"/>
            <ac:spMk id="2" creationId="{00000000-0000-0000-0000-000000000000}"/>
          </ac:spMkLst>
        </pc:spChg>
        <pc:spChg chg="mod">
          <ac:chgData name="Mahibur R. Mahi" userId="0bb1e013-744e-49de-975c-c3f870163c10" providerId="ADAL" clId="{57B32AA9-0BE8-469F-B114-2D5578D91898}" dt="2026-05-13T22:19:03.210" v="36" actId="26606"/>
          <ac:spMkLst>
            <pc:docMk/>
            <pc:sldMk cId="0" sldId="262"/>
            <ac:spMk id="3" creationId="{00000000-0000-0000-0000-000000000000}"/>
          </ac:spMkLst>
        </pc:spChg>
        <pc:spChg chg="add del">
          <ac:chgData name="Mahibur R. Mahi" userId="0bb1e013-744e-49de-975c-c3f870163c10" providerId="ADAL" clId="{57B32AA9-0BE8-469F-B114-2D5578D91898}" dt="2026-05-13T22:19:03.199" v="35" actId="26606"/>
          <ac:spMkLst>
            <pc:docMk/>
            <pc:sldMk cId="0" sldId="262"/>
            <ac:spMk id="11" creationId="{C04E869F-EBC2-416E-8FB7-4F6A45F66D46}"/>
          </ac:spMkLst>
        </pc:spChg>
        <pc:spChg chg="add del">
          <ac:chgData name="Mahibur R. Mahi" userId="0bb1e013-744e-49de-975c-c3f870163c10" providerId="ADAL" clId="{57B32AA9-0BE8-469F-B114-2D5578D91898}" dt="2026-05-13T22:19:03.199" v="35" actId="26606"/>
          <ac:spMkLst>
            <pc:docMk/>
            <pc:sldMk cId="0" sldId="262"/>
            <ac:spMk id="13" creationId="{7D1C9B27-27B9-4E9E-82C8-6F9B7D12B856}"/>
          </ac:spMkLst>
        </pc:spChg>
        <pc:spChg chg="add del">
          <ac:chgData name="Mahibur R. Mahi" userId="0bb1e013-744e-49de-975c-c3f870163c10" providerId="ADAL" clId="{57B32AA9-0BE8-469F-B114-2D5578D91898}" dt="2026-05-13T22:19:03.199" v="35" actId="26606"/>
          <ac:spMkLst>
            <pc:docMk/>
            <pc:sldMk cId="0" sldId="262"/>
            <ac:spMk id="15" creationId="{7E9AE32D-417D-4951-BD6D-383A7A5E60EC}"/>
          </ac:spMkLst>
        </pc:spChg>
        <pc:picChg chg="add del">
          <ac:chgData name="Mahibur R. Mahi" userId="0bb1e013-744e-49de-975c-c3f870163c10" providerId="ADAL" clId="{57B32AA9-0BE8-469F-B114-2D5578D91898}" dt="2026-05-13T22:19:03.199" v="35" actId="26606"/>
          <ac:picMkLst>
            <pc:docMk/>
            <pc:sldMk cId="0" sldId="262"/>
            <ac:picMk id="5" creationId="{04ED0A47-D6C0-B344-EC24-ECA254D91F2A}"/>
          </ac:picMkLst>
        </pc:picChg>
        <pc:picChg chg="add del">
          <ac:chgData name="Mahibur R. Mahi" userId="0bb1e013-744e-49de-975c-c3f870163c10" providerId="ADAL" clId="{57B32AA9-0BE8-469F-B114-2D5578D91898}" dt="2026-05-13T22:19:03.199" v="35" actId="26606"/>
          <ac:picMkLst>
            <pc:docMk/>
            <pc:sldMk cId="0" sldId="262"/>
            <ac:picMk id="9" creationId="{1BCAD38B-5F61-4FEB-A1D1-5FC0D666D279}"/>
          </ac:picMkLst>
        </pc:picChg>
        <pc:picChg chg="add">
          <ac:chgData name="Mahibur R. Mahi" userId="0bb1e013-744e-49de-975c-c3f870163c10" providerId="ADAL" clId="{57B32AA9-0BE8-469F-B114-2D5578D91898}" dt="2026-05-13T22:19:03.210" v="36" actId="26606"/>
          <ac:picMkLst>
            <pc:docMk/>
            <pc:sldMk cId="0" sldId="262"/>
            <ac:picMk id="17" creationId="{1083B10A-61B0-E988-837D-82E1FC1D1B59}"/>
          </ac:picMkLst>
        </pc:picChg>
      </pc:sldChg>
      <pc:sldChg chg="addSp modSp mod setBg">
        <pc:chgData name="Mahibur R. Mahi" userId="0bb1e013-744e-49de-975c-c3f870163c10" providerId="ADAL" clId="{57B32AA9-0BE8-469F-B114-2D5578D91898}" dt="2026-05-13T22:18:52.355" v="33" actId="26606"/>
        <pc:sldMkLst>
          <pc:docMk/>
          <pc:sldMk cId="0" sldId="263"/>
        </pc:sldMkLst>
        <pc:spChg chg="mod">
          <ac:chgData name="Mahibur R. Mahi" userId="0bb1e013-744e-49de-975c-c3f870163c10" providerId="ADAL" clId="{57B32AA9-0BE8-469F-B114-2D5578D91898}" dt="2026-05-13T22:18:52.355" v="33" actId="26606"/>
          <ac:spMkLst>
            <pc:docMk/>
            <pc:sldMk cId="0" sldId="263"/>
            <ac:spMk id="2" creationId="{00000000-0000-0000-0000-000000000000}"/>
          </ac:spMkLst>
        </pc:spChg>
        <pc:spChg chg="mod">
          <ac:chgData name="Mahibur R. Mahi" userId="0bb1e013-744e-49de-975c-c3f870163c10" providerId="ADAL" clId="{57B32AA9-0BE8-469F-B114-2D5578D91898}" dt="2026-05-13T22:18:52.355" v="33" actId="26606"/>
          <ac:spMkLst>
            <pc:docMk/>
            <pc:sldMk cId="0" sldId="263"/>
            <ac:spMk id="3" creationId="{00000000-0000-0000-0000-000000000000}"/>
          </ac:spMkLst>
        </pc:spChg>
        <pc:picChg chg="add">
          <ac:chgData name="Mahibur R. Mahi" userId="0bb1e013-744e-49de-975c-c3f870163c10" providerId="ADAL" clId="{57B32AA9-0BE8-469F-B114-2D5578D91898}" dt="2026-05-13T22:18:52.355" v="33" actId="26606"/>
          <ac:picMkLst>
            <pc:docMk/>
            <pc:sldMk cId="0" sldId="263"/>
            <ac:picMk id="5" creationId="{42B798C3-CA8E-54F8-D1EF-346945698D78}"/>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8" name="Picture 7" descr="Brickwork-SD-R1acrop.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useBgFill="1">
        <p:nvSpPr>
          <p:cNvPr id="13" name="Freeform 12"/>
          <p:cNvSpPr/>
          <p:nvPr/>
        </p:nvSpPr>
        <p:spPr>
          <a:xfrm>
            <a:off x="-8467" y="-16933"/>
            <a:ext cx="8754534" cy="6451600"/>
          </a:xfrm>
          <a:custGeom>
            <a:avLst/>
            <a:gdLst/>
            <a:ahLst/>
            <a:cxnLst/>
            <a:rect l="l" t="t" r="r" b="b"/>
            <a:pathLst>
              <a:path w="8754534" h="6451600">
                <a:moveTo>
                  <a:pt x="8373534" y="0"/>
                </a:moveTo>
                <a:lnTo>
                  <a:pt x="8754534" y="5994400"/>
                </a:lnTo>
                <a:lnTo>
                  <a:pt x="0" y="6451600"/>
                </a:lnTo>
                <a:lnTo>
                  <a:pt x="0" y="0"/>
                </a:lnTo>
                <a:lnTo>
                  <a:pt x="8373534" y="0"/>
                </a:lnTo>
                <a:close/>
              </a:path>
            </a:pathLst>
          </a:cu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10379" y="4445000"/>
            <a:ext cx="8464695" cy="1715811"/>
          </a:xfrm>
          <a:custGeom>
            <a:avLst/>
            <a:gdLst/>
            <a:ahLst/>
            <a:cxnLst/>
            <a:rect l="l" t="t" r="r" b="b"/>
            <a:pathLst>
              <a:path w="8428428" h="1878553">
                <a:moveTo>
                  <a:pt x="0" y="438229"/>
                </a:moveTo>
                <a:lnTo>
                  <a:pt x="8343246" y="0"/>
                </a:lnTo>
                <a:lnTo>
                  <a:pt x="8428428" y="1424838"/>
                </a:lnTo>
                <a:lnTo>
                  <a:pt x="7515" y="1878553"/>
                </a:lnTo>
                <a:lnTo>
                  <a:pt x="0" y="438229"/>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9" name="Freeform 28"/>
          <p:cNvSpPr/>
          <p:nvPr/>
        </p:nvSpPr>
        <p:spPr>
          <a:xfrm>
            <a:off x="-2864" y="0"/>
            <a:ext cx="5811235" cy="321615"/>
          </a:xfrm>
          <a:custGeom>
            <a:avLst/>
            <a:gdLst/>
            <a:ahLst/>
            <a:cxnLst/>
            <a:rect l="l" t="t" r="r" b="b"/>
            <a:pathLst>
              <a:path w="5811235" h="321615">
                <a:moveTo>
                  <a:pt x="0" y="0"/>
                </a:moveTo>
                <a:lnTo>
                  <a:pt x="5811235" y="0"/>
                </a:lnTo>
                <a:lnTo>
                  <a:pt x="1" y="321615"/>
                </a:lnTo>
                <a:cubicBezTo>
                  <a:pt x="1" y="214410"/>
                  <a:pt x="0" y="107205"/>
                  <a:pt x="0" y="0"/>
                </a:cubicBez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30" name="Freeform 29"/>
          <p:cNvSpPr/>
          <p:nvPr/>
        </p:nvSpPr>
        <p:spPr>
          <a:xfrm rot="21420000">
            <a:off x="-170768" y="213023"/>
            <a:ext cx="8480534" cy="5746008"/>
          </a:xfrm>
          <a:custGeom>
            <a:avLst/>
            <a:gdLst/>
            <a:ahLst/>
            <a:cxnLst/>
            <a:rect l="l" t="t" r="r" b="b"/>
            <a:pathLst>
              <a:path w="11307378" h="5746008">
                <a:moveTo>
                  <a:pt x="11270997" y="0"/>
                </a:moveTo>
                <a:lnTo>
                  <a:pt x="11307378" y="5746008"/>
                </a:lnTo>
                <a:lnTo>
                  <a:pt x="1" y="574313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451416" y="668338"/>
            <a:ext cx="7533524" cy="2766528"/>
          </a:xfrm>
        </p:spPr>
        <p:txBody>
          <a:bodyPr anchor="b">
            <a:normAutofit/>
          </a:bodyPr>
          <a:lstStyle>
            <a:lvl1pPr algn="r">
              <a:defRPr sz="7200"/>
            </a:lvl1pPr>
          </a:lstStyle>
          <a:p>
            <a:r>
              <a:rPr lang="en-US"/>
              <a:t>Click to edit Master title style</a:t>
            </a:r>
            <a:endParaRPr lang="en-US" dirty="0"/>
          </a:p>
        </p:txBody>
      </p:sp>
      <p:sp>
        <p:nvSpPr>
          <p:cNvPr id="3" name="Subtitle 2"/>
          <p:cNvSpPr>
            <a:spLocks noGrp="1"/>
          </p:cNvSpPr>
          <p:nvPr>
            <p:ph type="subTitle" idx="1"/>
          </p:nvPr>
        </p:nvSpPr>
        <p:spPr>
          <a:xfrm rot="21420000">
            <a:off x="554462" y="3446830"/>
            <a:ext cx="7512060" cy="550333"/>
          </a:xfrm>
        </p:spPr>
        <p:txBody>
          <a:bodyPr anchor="t">
            <a:noAutofit/>
          </a:bodyPr>
          <a:lstStyle>
            <a:lvl1pPr marL="0" indent="0" algn="r">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3669071" y="4714242"/>
            <a:ext cx="4607740" cy="942356"/>
          </a:xfrm>
        </p:spPr>
        <p:txBody>
          <a:bodyPr/>
          <a:lstStyle>
            <a:lvl1pPr algn="ctr">
              <a:defRPr sz="4200">
                <a:solidFill>
                  <a:schemeClr val="accent1">
                    <a:lumMod val="50000"/>
                  </a:schemeClr>
                </a:solidFill>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a:xfrm rot="21420000">
            <a:off x="-12134" y="4954635"/>
            <a:ext cx="2987069" cy="918361"/>
          </a:xfrm>
        </p:spPr>
        <p:txBody>
          <a:bodyPr vert="horz" lIns="91440" tIns="45720" rIns="91440" bIns="45720" rtlCol="0" anchor="ctr"/>
          <a:lstStyle>
            <a:lvl1pPr algn="r">
              <a:defRPr lang="en-US" sz="4200" dirty="0"/>
            </a:lvl1pPr>
          </a:lstStyle>
          <a:p>
            <a:endParaRPr lang="en-US"/>
          </a:p>
        </p:txBody>
      </p:sp>
      <p:sp>
        <p:nvSpPr>
          <p:cNvPr id="6" name="Slide Number Placeholder 5"/>
          <p:cNvSpPr>
            <a:spLocks noGrp="1"/>
          </p:cNvSpPr>
          <p:nvPr>
            <p:ph type="sldNum" sz="quarter" idx="12"/>
          </p:nvPr>
        </p:nvSpPr>
        <p:spPr>
          <a:xfrm rot="21420000">
            <a:off x="7401518" y="3819948"/>
            <a:ext cx="680390" cy="498470"/>
          </a:xfrm>
        </p:spPr>
        <p:txBody>
          <a:bodyPr/>
          <a:lstStyle>
            <a:lvl1pPr>
              <a:defRPr sz="2400">
                <a:solidFill>
                  <a:schemeClr val="tx1">
                    <a:lumMod val="75000"/>
                    <a:lumOff val="25000"/>
                  </a:schemeClr>
                </a:solidFill>
              </a:defRPr>
            </a:lvl1pPr>
          </a:lstStyle>
          <a:p>
            <a:fld id="{C1FF6DA9-008F-8B48-92A6-B652298478BF}" type="slidenum">
              <a:rPr lang="en-US" smtClean="0"/>
              <a:t>‹#›</a:t>
            </a:fld>
            <a:endParaRPr lang="en-US"/>
          </a:p>
        </p:txBody>
      </p:sp>
      <p:sp>
        <p:nvSpPr>
          <p:cNvPr id="33" name="5-Point Star 32"/>
          <p:cNvSpPr/>
          <p:nvPr/>
        </p:nvSpPr>
        <p:spPr>
          <a:xfrm rot="21420000">
            <a:off x="3121951" y="5057183"/>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803216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4351" y="2063396"/>
            <a:ext cx="7796030"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1020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4351" y="685801"/>
            <a:ext cx="7796030"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514351" y="3742267"/>
            <a:ext cx="7796030"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9111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514351" y="685800"/>
            <a:ext cx="779766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514350" y="2063396"/>
            <a:ext cx="3816536"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4495478" y="2063396"/>
            <a:ext cx="381490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7167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514351" y="685800"/>
            <a:ext cx="7796030"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739569" y="2063396"/>
            <a:ext cx="3591317"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514352" y="2861733"/>
            <a:ext cx="3816534"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15340" y="2063396"/>
            <a:ext cx="359667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4495477" y="2861733"/>
            <a:ext cx="3816535"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4528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458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2735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232" y="685800"/>
            <a:ext cx="3095145"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3784600" y="685801"/>
            <a:ext cx="4525781"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232" y="2709053"/>
            <a:ext cx="3095146"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96682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1" y="685800"/>
            <a:ext cx="440817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47740" y="1"/>
            <a:ext cx="3162641"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14351" y="2709053"/>
            <a:ext cx="440817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07052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4106333"/>
            <a:ext cx="7796031"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4351" y="685800"/>
            <a:ext cx="7794385"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14335" y="4702923"/>
            <a:ext cx="7796046"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811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1" y="685801"/>
            <a:ext cx="7797677"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514335" y="4106333"/>
            <a:ext cx="7796047"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2913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99" y="685800"/>
            <a:ext cx="7143765"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162698" y="3610032"/>
            <a:ext cx="6500967"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14351" y="4106334"/>
            <a:ext cx="779766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0" name="TextBox 9"/>
          <p:cNvSpPr txBox="1"/>
          <p:nvPr/>
        </p:nvSpPr>
        <p:spPr>
          <a:xfrm>
            <a:off x="404280" y="88785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1" name="TextBox 10"/>
          <p:cNvSpPr txBox="1"/>
          <p:nvPr/>
        </p:nvSpPr>
        <p:spPr>
          <a:xfrm>
            <a:off x="7897147" y="290648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92907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4351" y="1723855"/>
            <a:ext cx="7796030"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514351" y="4247468"/>
            <a:ext cx="7796030"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2621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514351" y="685801"/>
            <a:ext cx="7796030"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514352" y="2063395"/>
            <a:ext cx="2482596"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14352" y="2639658"/>
            <a:ext cx="2482596"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175967" y="2063395"/>
            <a:ext cx="2482596"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175966" y="2639658"/>
            <a:ext cx="2482596"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27785" y="2063395"/>
            <a:ext cx="2482596"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27785" y="2639658"/>
            <a:ext cx="2482596"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801147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514351" y="685801"/>
            <a:ext cx="779766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518880" y="3813025"/>
            <a:ext cx="2482596"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14335" y="2063396"/>
            <a:ext cx="2482596"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18880" y="4389288"/>
            <a:ext cx="2482596"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178058" y="3813025"/>
            <a:ext cx="2482596"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176999" y="2063396"/>
            <a:ext cx="2482596"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176998" y="4389286"/>
            <a:ext cx="2483655"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26708" y="3813025"/>
            <a:ext cx="2482596"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26614" y="2063394"/>
            <a:ext cx="2482596"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826614" y="4389284"/>
            <a:ext cx="2482596"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4446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514351" y="2063396"/>
            <a:ext cx="7796030"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454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1896" y="685801"/>
            <a:ext cx="1698485"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514351" y="685801"/>
            <a:ext cx="5928323"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27105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9465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8" name="Picture 7" descr="Brickwork-SD-R1acrop.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grpSp>
        <p:nvGrpSpPr>
          <p:cNvPr id="10" name="Group 9"/>
          <p:cNvGrpSpPr/>
          <p:nvPr/>
        </p:nvGrpSpPr>
        <p:grpSpPr>
          <a:xfrm>
            <a:off x="-19048" y="1"/>
            <a:ext cx="9004013"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grpSp>
      <p:sp>
        <p:nvSpPr>
          <p:cNvPr id="2" name="Title Placeholder 1"/>
          <p:cNvSpPr>
            <a:spLocks noGrp="1"/>
          </p:cNvSpPr>
          <p:nvPr>
            <p:ph type="title"/>
          </p:nvPr>
        </p:nvSpPr>
        <p:spPr>
          <a:xfrm>
            <a:off x="514351" y="685801"/>
            <a:ext cx="7797662" cy="11519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514351" y="2063396"/>
            <a:ext cx="7797662"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73562" y="5757334"/>
            <a:ext cx="2838450" cy="498470"/>
          </a:xfrm>
          <a:prstGeom prst="rect">
            <a:avLst/>
          </a:prstGeom>
        </p:spPr>
        <p:txBody>
          <a:bodyPr vert="horz" lIns="91440" tIns="45720" rIns="91440" bIns="45720" rtlCol="0" anchor="ctr"/>
          <a:lstStyle>
            <a:lvl1pPr algn="r">
              <a:defRPr sz="2800" cap="all" baseline="0">
                <a:solidFill>
                  <a:schemeClr val="accent1">
                    <a:lumMod val="50000"/>
                  </a:schemeClr>
                </a:solidFill>
              </a:defRPr>
            </a:lvl1pPr>
          </a:lstStyle>
          <a:p>
            <a:fld id="{5BCAD085-E8A6-8845-BD4E-CB4CCA059FC4}" type="datetimeFigureOut">
              <a:rPr lang="en-US" smtClean="0"/>
              <a:t>5/13/2026</a:t>
            </a:fld>
            <a:endParaRPr lang="en-US"/>
          </a:p>
        </p:txBody>
      </p:sp>
      <p:sp>
        <p:nvSpPr>
          <p:cNvPr id="5" name="Footer Placeholder 4"/>
          <p:cNvSpPr>
            <a:spLocks noGrp="1"/>
          </p:cNvSpPr>
          <p:nvPr>
            <p:ph type="ftr" sz="quarter" idx="3"/>
          </p:nvPr>
        </p:nvSpPr>
        <p:spPr>
          <a:xfrm>
            <a:off x="514351" y="5757334"/>
            <a:ext cx="4124789" cy="498470"/>
          </a:xfrm>
          <a:prstGeom prst="rect">
            <a:avLst/>
          </a:prstGeom>
        </p:spPr>
        <p:txBody>
          <a:bodyPr vert="horz" lIns="91440" tIns="45720" rIns="91440" bIns="45720" rtlCol="0" anchor="ctr"/>
          <a:lstStyle>
            <a:lvl1pPr algn="l">
              <a:defRPr sz="2800" cap="all" baseline="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4715341" y="5757334"/>
            <a:ext cx="680390" cy="498470"/>
          </a:xfrm>
          <a:prstGeom prst="rect">
            <a:avLst/>
          </a:prstGeom>
        </p:spPr>
        <p:txBody>
          <a:bodyPr vert="horz" lIns="91440" tIns="45720" rIns="91440" bIns="45720" rtlCol="0" anchor="ctr"/>
          <a:lstStyle>
            <a:lvl1pPr algn="ctr">
              <a:defRPr sz="2800" cap="all" baseline="0">
                <a:solidFill>
                  <a:schemeClr val="accent1">
                    <a:lumMod val="50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8172340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5.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C7827FB-B370-4007-83D5-E83AD3D2C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mpty airplane seats">
            <a:extLst>
              <a:ext uri="{FF2B5EF4-FFF2-40B4-BE49-F238E27FC236}">
                <a16:creationId xmlns:a16="http://schemas.microsoft.com/office/drawing/2014/main" id="{03139C89-D4FA-134D-5F9B-B2B7575FE41D}"/>
              </a:ext>
            </a:extLst>
          </p:cNvPr>
          <p:cNvPicPr>
            <a:picLocks noChangeAspect="1"/>
          </p:cNvPicPr>
          <p:nvPr/>
        </p:nvPicPr>
        <p:blipFill>
          <a:blip r:embed="rId2">
            <a:duotone>
              <a:schemeClr val="bg2">
                <a:shade val="45000"/>
                <a:satMod val="135000"/>
              </a:schemeClr>
              <a:prstClr val="white"/>
            </a:duotone>
            <a:alphaModFix amt="40000"/>
          </a:blip>
          <a:srcRect l="10571" r="428" b="-1"/>
          <a:stretch>
            <a:fillRect/>
          </a:stretch>
        </p:blipFill>
        <p:spPr>
          <a:xfrm>
            <a:off x="20" y="10"/>
            <a:ext cx="9143980" cy="6857990"/>
          </a:xfrm>
          <a:prstGeom prst="rect">
            <a:avLst/>
          </a:prstGeom>
        </p:spPr>
      </p:pic>
      <p:sp>
        <p:nvSpPr>
          <p:cNvPr id="2" name="Title 1"/>
          <p:cNvSpPr>
            <a:spLocks noGrp="1"/>
          </p:cNvSpPr>
          <p:nvPr>
            <p:ph type="title"/>
          </p:nvPr>
        </p:nvSpPr>
        <p:spPr>
          <a:xfrm>
            <a:off x="514350" y="685800"/>
            <a:ext cx="7434909" cy="1151965"/>
          </a:xfrm>
        </p:spPr>
        <p:txBody>
          <a:bodyPr>
            <a:normAutofit/>
          </a:bodyPr>
          <a:lstStyle/>
          <a:p>
            <a:r>
              <a:rPr lang="en-US" sz="3700">
                <a:solidFill>
                  <a:schemeClr val="tx1"/>
                </a:solidFill>
              </a:rPr>
              <a:t>Predicting Customer Buying Behaviour</a:t>
            </a:r>
          </a:p>
        </p:txBody>
      </p:sp>
      <p:sp>
        <p:nvSpPr>
          <p:cNvPr id="11" name="5-Point Star 12">
            <a:extLst>
              <a:ext uri="{FF2B5EF4-FFF2-40B4-BE49-F238E27FC236}">
                <a16:creationId xmlns:a16="http://schemas.microsoft.com/office/drawing/2014/main" id="{51E038FF-4E72-4714-B9E9-B0AC148C72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6857" y="261324"/>
            <a:ext cx="703298" cy="868975"/>
          </a:xfrm>
          <a:prstGeom prst="star5">
            <a:avLst>
              <a:gd name="adj" fmla="val 25889"/>
              <a:gd name="hf" fmla="val 105146"/>
              <a:gd name="vf" fmla="val 110557"/>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514350" y="2063396"/>
            <a:ext cx="7796030" cy="3311189"/>
          </a:xfrm>
        </p:spPr>
        <p:txBody>
          <a:bodyPr>
            <a:normAutofit/>
          </a:bodyPr>
          <a:lstStyle/>
          <a:p>
            <a:r>
              <a:t>British Airways Internship Task 2</a:t>
            </a:r>
          </a:p>
          <a:p>
            <a:r>
              <a:t>Mahibur Rahman</a:t>
            </a: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Objective</a:t>
            </a:r>
          </a:p>
        </p:txBody>
      </p:sp>
      <p:sp>
        <p:nvSpPr>
          <p:cNvPr id="3" name="Content Placeholder 2"/>
          <p:cNvSpPr>
            <a:spLocks noGrp="1"/>
          </p:cNvSpPr>
          <p:nvPr>
            <p:ph idx="1"/>
          </p:nvPr>
        </p:nvSpPr>
        <p:spPr/>
        <p:txBody>
          <a:bodyPr/>
          <a:lstStyle/>
          <a:p>
            <a:r>
              <a:rPr dirty="0"/>
              <a:t>The objective of this project was to build a machine learning model that predicts whether a customer will complete a booking using customer browsing and booking behavior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07359" y="685800"/>
            <a:ext cx="2304651" cy="1151965"/>
          </a:xfrm>
        </p:spPr>
        <p:txBody>
          <a:bodyPr>
            <a:normAutofit/>
          </a:bodyPr>
          <a:lstStyle/>
          <a:p>
            <a:r>
              <a:rPr lang="en-US" sz="3800"/>
              <a:t>Dataset Overview</a:t>
            </a:r>
          </a:p>
        </p:txBody>
      </p:sp>
      <p:sp>
        <p:nvSpPr>
          <p:cNvPr id="9" name="Rectangle 8">
            <a:extLst>
              <a:ext uri="{FF2B5EF4-FFF2-40B4-BE49-F238E27FC236}">
                <a16:creationId xmlns:a16="http://schemas.microsoft.com/office/drawing/2014/main" id="{40EBDF3C-61A6-450C-8532-9276D9A1E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5180" y="457200"/>
            <a:ext cx="5284449" cy="4686138"/>
          </a:xfrm>
          <a:prstGeom prst="rect">
            <a:avLst/>
          </a:prstGeom>
          <a:solidFill>
            <a:schemeClr val="bg1"/>
          </a:solidFill>
          <a:ln w="57150" cmpd="thinThick">
            <a:solidFill>
              <a:schemeClr val="bg1">
                <a:lumMod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4d1f2082-d92f-4fd8-afa2-337a0b200c66.png"/>
          <p:cNvPicPr>
            <a:picLocks noChangeAspect="1"/>
          </p:cNvPicPr>
          <p:nvPr/>
        </p:nvPicPr>
        <p:blipFill>
          <a:blip r:embed="rId3"/>
          <a:stretch>
            <a:fillRect/>
          </a:stretch>
        </p:blipFill>
        <p:spPr>
          <a:xfrm>
            <a:off x="558192" y="1261782"/>
            <a:ext cx="4918423" cy="2654803"/>
          </a:xfrm>
          <a:prstGeom prst="rect">
            <a:avLst/>
          </a:prstGeom>
        </p:spPr>
      </p:pic>
      <p:sp>
        <p:nvSpPr>
          <p:cNvPr id="3" name="Content Placeholder 2"/>
          <p:cNvSpPr>
            <a:spLocks noGrp="1"/>
          </p:cNvSpPr>
          <p:nvPr>
            <p:ph idx="1"/>
          </p:nvPr>
        </p:nvSpPr>
        <p:spPr>
          <a:xfrm>
            <a:off x="6004944" y="2071048"/>
            <a:ext cx="2307067" cy="3072290"/>
          </a:xfrm>
        </p:spPr>
        <p:txBody>
          <a:bodyPr anchor="t">
            <a:normAutofit/>
          </a:bodyPr>
          <a:lstStyle/>
          <a:p>
            <a:pPr>
              <a:lnSpc>
                <a:spcPct val="110000"/>
              </a:lnSpc>
            </a:pPr>
            <a:r>
              <a:rPr lang="en-US" sz="1200"/>
              <a:t>• Customer booking and browsing behavior data was used.</a:t>
            </a:r>
          </a:p>
          <a:p>
            <a:pPr>
              <a:lnSpc>
                <a:spcPct val="110000"/>
              </a:lnSpc>
            </a:pPr>
            <a:r>
              <a:rPr lang="en-US" sz="1200"/>
              <a:t>• Variables included passengers, sales channel, trip type, purchase lead, flight duration, and booking origin.</a:t>
            </a:r>
          </a:p>
          <a:p>
            <a:pPr>
              <a:lnSpc>
                <a:spcPct val="110000"/>
              </a:lnSpc>
            </a:pPr>
            <a:r>
              <a:rPr lang="en-US" sz="1200"/>
              <a:t>• Data preprocessing and feature encoding were completed before training the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dirty="0"/>
              <a:t>Machine Learning Model</a:t>
            </a:r>
          </a:p>
        </p:txBody>
      </p:sp>
      <p:sp>
        <p:nvSpPr>
          <p:cNvPr id="3" name="Content Placeholder 2"/>
          <p:cNvSpPr>
            <a:spLocks noGrp="1"/>
          </p:cNvSpPr>
          <p:nvPr>
            <p:ph idx="1"/>
          </p:nvPr>
        </p:nvSpPr>
        <p:spPr/>
        <p:txBody>
          <a:bodyPr/>
          <a:lstStyle/>
          <a:p>
            <a:r>
              <a:rPr dirty="0"/>
              <a:t>A Random Forest Classifier was used because it provides strong predictive performance and allows feature importance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23544" y="685800"/>
            <a:ext cx="4786306" cy="1151965"/>
          </a:xfrm>
        </p:spPr>
        <p:txBody>
          <a:bodyPr>
            <a:normAutofit/>
          </a:bodyPr>
          <a:lstStyle/>
          <a:p>
            <a:r>
              <a:rPr lang="en-US" sz="4100"/>
              <a:t>Model Performance</a:t>
            </a:r>
          </a:p>
        </p:txBody>
      </p:sp>
      <p:pic>
        <p:nvPicPr>
          <p:cNvPr id="5" name="Picture 4" descr="276dcd2a-01d6-4425-8c46-787481759082.png"/>
          <p:cNvPicPr>
            <a:picLocks noChangeAspect="1"/>
          </p:cNvPicPr>
          <p:nvPr/>
        </p:nvPicPr>
        <p:blipFill>
          <a:blip r:embed="rId3"/>
          <a:stretch>
            <a:fillRect/>
          </a:stretch>
        </p:blipFill>
        <p:spPr>
          <a:xfrm>
            <a:off x="303285" y="798971"/>
            <a:ext cx="2877356" cy="1388662"/>
          </a:xfrm>
          <a:prstGeom prst="rect">
            <a:avLst/>
          </a:prstGeom>
          <a:ln w="57150" cmpd="thinThick">
            <a:solidFill>
              <a:schemeClr val="bg1">
                <a:lumMod val="50000"/>
              </a:schemeClr>
            </a:solidFill>
            <a:miter lim="800000"/>
          </a:ln>
        </p:spPr>
      </p:pic>
      <p:pic>
        <p:nvPicPr>
          <p:cNvPr id="4" name="Picture 3" descr="54c32b91-d3ab-405b-a91c-6740fc8e51cd.png"/>
          <p:cNvPicPr>
            <a:picLocks noChangeAspect="1"/>
          </p:cNvPicPr>
          <p:nvPr/>
        </p:nvPicPr>
        <p:blipFill>
          <a:blip r:embed="rId4"/>
          <a:stretch>
            <a:fillRect/>
          </a:stretch>
        </p:blipFill>
        <p:spPr>
          <a:xfrm>
            <a:off x="303285" y="3633455"/>
            <a:ext cx="2877356" cy="961036"/>
          </a:xfrm>
          <a:prstGeom prst="rect">
            <a:avLst/>
          </a:prstGeom>
          <a:ln w="57150" cmpd="thinThick">
            <a:solidFill>
              <a:schemeClr val="bg1">
                <a:lumMod val="50000"/>
              </a:schemeClr>
            </a:solidFill>
            <a:miter lim="800000"/>
          </a:ln>
        </p:spPr>
      </p:pic>
      <p:sp>
        <p:nvSpPr>
          <p:cNvPr id="3" name="Content Placeholder 2"/>
          <p:cNvSpPr>
            <a:spLocks noGrp="1"/>
          </p:cNvSpPr>
          <p:nvPr>
            <p:ph idx="1"/>
          </p:nvPr>
        </p:nvSpPr>
        <p:spPr>
          <a:xfrm>
            <a:off x="3523541" y="2063397"/>
            <a:ext cx="4785304" cy="3237468"/>
          </a:xfrm>
        </p:spPr>
        <p:txBody>
          <a:bodyPr>
            <a:normAutofit/>
          </a:bodyPr>
          <a:lstStyle/>
          <a:p>
            <a:r>
              <a:rPr lang="en-US"/>
              <a:t>The model achieved an accuracy score of 85.24%, showing good predictive performance in identifying customer booking behavior.</a:t>
            </a:r>
          </a:p>
          <a:p>
            <a:endParaRPr lang="en-US"/>
          </a:p>
          <a:p>
            <a:r>
              <a:rPr lang="en-US"/>
              <a:t>Precision and recall metrics were also evaluated using a classification report.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4350" y="685800"/>
            <a:ext cx="4797867" cy="1151965"/>
          </a:xfrm>
        </p:spPr>
        <p:txBody>
          <a:bodyPr>
            <a:normAutofit/>
          </a:bodyPr>
          <a:lstStyle/>
          <a:p>
            <a:r>
              <a:rPr lang="en-US" sz="3700"/>
              <a:t>Top Important Features</a:t>
            </a:r>
          </a:p>
        </p:txBody>
      </p:sp>
      <p:sp>
        <p:nvSpPr>
          <p:cNvPr id="3" name="Content Placeholder 2"/>
          <p:cNvSpPr>
            <a:spLocks noGrp="1"/>
          </p:cNvSpPr>
          <p:nvPr>
            <p:ph idx="1"/>
          </p:nvPr>
        </p:nvSpPr>
        <p:spPr>
          <a:xfrm>
            <a:off x="514350" y="2076423"/>
            <a:ext cx="4797867" cy="3288739"/>
          </a:xfrm>
        </p:spPr>
        <p:txBody>
          <a:bodyPr anchor="t">
            <a:normAutofit/>
          </a:bodyPr>
          <a:lstStyle/>
          <a:p>
            <a:r>
              <a:rPr lang="en-US"/>
              <a:t>The most influential variables in predicting customer bookings were purchase_lead, flight_hour, length_of_stay, number of passengers, and flight duration.</a:t>
            </a:r>
          </a:p>
        </p:txBody>
      </p:sp>
      <p:pic>
        <p:nvPicPr>
          <p:cNvPr id="4" name="Picture 3" descr="3f04d8da-ff66-4c12-a148-990af2211555.png"/>
          <p:cNvPicPr>
            <a:picLocks noChangeAspect="1"/>
          </p:cNvPicPr>
          <p:nvPr/>
        </p:nvPicPr>
        <p:blipFill>
          <a:blip r:embed="rId3"/>
          <a:stretch>
            <a:fillRect/>
          </a:stretch>
        </p:blipFill>
        <p:spPr>
          <a:xfrm>
            <a:off x="5312217" y="977225"/>
            <a:ext cx="3241232" cy="3798489"/>
          </a:xfrm>
          <a:prstGeom prst="rect">
            <a:avLst/>
          </a:prstGeom>
          <a:ln w="57150" cmpd="thinThick">
            <a:solidFill>
              <a:schemeClr val="bg1">
                <a:lumMod val="50000"/>
              </a:schemeClr>
            </a:solidFill>
            <a:miter lim="800000"/>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4350" y="685800"/>
            <a:ext cx="4797867" cy="1151965"/>
          </a:xfrm>
        </p:spPr>
        <p:txBody>
          <a:bodyPr>
            <a:normAutofit/>
          </a:bodyPr>
          <a:lstStyle/>
          <a:p>
            <a:r>
              <a:t>Business Insights</a:t>
            </a:r>
          </a:p>
        </p:txBody>
      </p:sp>
      <p:sp>
        <p:nvSpPr>
          <p:cNvPr id="3" name="Content Placeholder 2"/>
          <p:cNvSpPr>
            <a:spLocks noGrp="1"/>
          </p:cNvSpPr>
          <p:nvPr>
            <p:ph idx="1"/>
          </p:nvPr>
        </p:nvSpPr>
        <p:spPr>
          <a:xfrm>
            <a:off x="514350" y="2076423"/>
            <a:ext cx="4797867" cy="3288739"/>
          </a:xfrm>
        </p:spPr>
        <p:txBody>
          <a:bodyPr>
            <a:normAutofit/>
          </a:bodyPr>
          <a:lstStyle/>
          <a:p>
            <a:r>
              <a:rPr lang="en-US" sz="1900"/>
              <a:t>The analysis suggests that customer travel timing, trip duration, and booking behavior strongly influence booking decisions.</a:t>
            </a:r>
          </a:p>
          <a:p>
            <a:endParaRPr lang="en-US" sz="1900"/>
          </a:p>
          <a:p>
            <a:r>
              <a:rPr lang="en-US" sz="1900"/>
              <a:t>British Airways can use predictive analytics to improve targeted marketing and increase booking conversion rates.</a:t>
            </a:r>
          </a:p>
        </p:txBody>
      </p:sp>
      <p:pic>
        <p:nvPicPr>
          <p:cNvPr id="17" name="Picture 16" descr="Plane on tarmac">
            <a:extLst>
              <a:ext uri="{FF2B5EF4-FFF2-40B4-BE49-F238E27FC236}">
                <a16:creationId xmlns:a16="http://schemas.microsoft.com/office/drawing/2014/main" id="{1083B10A-61B0-E988-837D-82E1FC1D1B59}"/>
              </a:ext>
            </a:extLst>
          </p:cNvPr>
          <p:cNvPicPr>
            <a:picLocks noChangeAspect="1"/>
          </p:cNvPicPr>
          <p:nvPr/>
        </p:nvPicPr>
        <p:blipFill>
          <a:blip r:embed="rId3"/>
          <a:srcRect l="44602" r="19170" b="-1"/>
          <a:stretch>
            <a:fillRect/>
          </a:stretch>
        </p:blipFill>
        <p:spPr>
          <a:xfrm>
            <a:off x="5676093" y="10"/>
            <a:ext cx="2877356" cy="5301586"/>
          </a:xfrm>
          <a:prstGeom prst="rect">
            <a:avLst/>
          </a:prstGeom>
          <a:ln w="57150" cmpd="thinThick">
            <a:solidFill>
              <a:schemeClr val="bg1">
                <a:lumMod val="50000"/>
              </a:schemeClr>
            </a:solidFill>
            <a:miter lim="800000"/>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4350" y="685800"/>
            <a:ext cx="4797867" cy="1151965"/>
          </a:xfrm>
        </p:spPr>
        <p:txBody>
          <a:bodyPr>
            <a:normAutofit/>
          </a:bodyPr>
          <a:lstStyle/>
          <a:p>
            <a:r>
              <a:t>Conclusion</a:t>
            </a:r>
          </a:p>
        </p:txBody>
      </p:sp>
      <p:sp>
        <p:nvSpPr>
          <p:cNvPr id="3" name="Content Placeholder 2"/>
          <p:cNvSpPr>
            <a:spLocks noGrp="1"/>
          </p:cNvSpPr>
          <p:nvPr>
            <p:ph idx="1"/>
          </p:nvPr>
        </p:nvSpPr>
        <p:spPr>
          <a:xfrm>
            <a:off x="514350" y="2076423"/>
            <a:ext cx="4797867" cy="3288739"/>
          </a:xfrm>
        </p:spPr>
        <p:txBody>
          <a:bodyPr>
            <a:normAutofit/>
          </a:bodyPr>
          <a:lstStyle/>
          <a:p>
            <a:r>
              <a:t>This project demonstrated how machine learning can be used to predict customer buying behavior using historical booking data. The Random Forest model successfully identified important booking patterns and achieved strong predictive accuracy.</a:t>
            </a:r>
          </a:p>
        </p:txBody>
      </p:sp>
      <p:pic>
        <p:nvPicPr>
          <p:cNvPr id="5" name="Picture 4" descr="Magnifying glass showing decling performance">
            <a:extLst>
              <a:ext uri="{FF2B5EF4-FFF2-40B4-BE49-F238E27FC236}">
                <a16:creationId xmlns:a16="http://schemas.microsoft.com/office/drawing/2014/main" id="{42B798C3-CA8E-54F8-D1EF-346945698D78}"/>
              </a:ext>
            </a:extLst>
          </p:cNvPr>
          <p:cNvPicPr>
            <a:picLocks noChangeAspect="1"/>
          </p:cNvPicPr>
          <p:nvPr/>
        </p:nvPicPr>
        <p:blipFill>
          <a:blip r:embed="rId3"/>
          <a:srcRect l="16604" r="47168" b="-1"/>
          <a:stretch>
            <a:fillRect/>
          </a:stretch>
        </p:blipFill>
        <p:spPr>
          <a:xfrm>
            <a:off x="5676093" y="10"/>
            <a:ext cx="2877356" cy="5301586"/>
          </a:xfrm>
          <a:prstGeom prst="rect">
            <a:avLst/>
          </a:prstGeom>
          <a:ln w="57150" cmpd="thinThick">
            <a:solidFill>
              <a:schemeClr val="bg1">
                <a:lumMod val="50000"/>
              </a:schemeClr>
            </a:solidFill>
            <a:miter lim="800000"/>
          </a:ln>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TM04033927[[fn=Main Event]]</Template>
  <TotalTime>5</TotalTime>
  <Words>249</Words>
  <Application>Microsoft Office PowerPoint</Application>
  <PresentationFormat>On-screen Show (4:3)</PresentationFormat>
  <Paragraphs>23</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Impact</vt:lpstr>
      <vt:lpstr>Main Event</vt:lpstr>
      <vt:lpstr>Predicting Customer Buying Behaviour</vt:lpstr>
      <vt:lpstr>Project Objective</vt:lpstr>
      <vt:lpstr>Dataset Overview</vt:lpstr>
      <vt:lpstr>         Machine Learning Model</vt:lpstr>
      <vt:lpstr>Model Performance</vt:lpstr>
      <vt:lpstr>Top Important Features</vt:lpstr>
      <vt:lpstr>Business Insights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Mahibur R. Mahi</cp:lastModifiedBy>
  <cp:revision>1</cp:revision>
  <dcterms:created xsi:type="dcterms:W3CDTF">2013-01-27T09:14:16Z</dcterms:created>
  <dcterms:modified xsi:type="dcterms:W3CDTF">2026-05-13T22:19:09Z</dcterms:modified>
  <cp:category/>
</cp:coreProperties>
</file>